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3600450" cy="3600450"/>
  <p:notesSz cx="6858000" cy="9144000"/>
  <p:defaultTextStyle>
    <a:defPPr>
      <a:defRPr lang="zh-CN"/>
    </a:defPPr>
    <a:lvl1pPr marL="0" algn="l" defTabSz="345643" rtl="0" eaLnBrk="1" latinLnBrk="0" hangingPunct="1">
      <a:defRPr sz="680" kern="1200">
        <a:solidFill>
          <a:schemeClr val="tx1"/>
        </a:solidFill>
        <a:latin typeface="+mn-lt"/>
        <a:ea typeface="+mn-ea"/>
        <a:cs typeface="+mn-cs"/>
      </a:defRPr>
    </a:lvl1pPr>
    <a:lvl2pPr marL="172822" algn="l" defTabSz="345643" rtl="0" eaLnBrk="1" latinLnBrk="0" hangingPunct="1">
      <a:defRPr sz="680" kern="1200">
        <a:solidFill>
          <a:schemeClr val="tx1"/>
        </a:solidFill>
        <a:latin typeface="+mn-lt"/>
        <a:ea typeface="+mn-ea"/>
        <a:cs typeface="+mn-cs"/>
      </a:defRPr>
    </a:lvl2pPr>
    <a:lvl3pPr marL="345643" algn="l" defTabSz="345643" rtl="0" eaLnBrk="1" latinLnBrk="0" hangingPunct="1">
      <a:defRPr sz="680" kern="1200">
        <a:solidFill>
          <a:schemeClr val="tx1"/>
        </a:solidFill>
        <a:latin typeface="+mn-lt"/>
        <a:ea typeface="+mn-ea"/>
        <a:cs typeface="+mn-cs"/>
      </a:defRPr>
    </a:lvl3pPr>
    <a:lvl4pPr marL="518465" algn="l" defTabSz="345643" rtl="0" eaLnBrk="1" latinLnBrk="0" hangingPunct="1">
      <a:defRPr sz="680" kern="1200">
        <a:solidFill>
          <a:schemeClr val="tx1"/>
        </a:solidFill>
        <a:latin typeface="+mn-lt"/>
        <a:ea typeface="+mn-ea"/>
        <a:cs typeface="+mn-cs"/>
      </a:defRPr>
    </a:lvl4pPr>
    <a:lvl5pPr marL="691286" algn="l" defTabSz="345643" rtl="0" eaLnBrk="1" latinLnBrk="0" hangingPunct="1">
      <a:defRPr sz="680" kern="1200">
        <a:solidFill>
          <a:schemeClr val="tx1"/>
        </a:solidFill>
        <a:latin typeface="+mn-lt"/>
        <a:ea typeface="+mn-ea"/>
        <a:cs typeface="+mn-cs"/>
      </a:defRPr>
    </a:lvl5pPr>
    <a:lvl6pPr marL="864108" algn="l" defTabSz="345643" rtl="0" eaLnBrk="1" latinLnBrk="0" hangingPunct="1">
      <a:defRPr sz="680" kern="1200">
        <a:solidFill>
          <a:schemeClr val="tx1"/>
        </a:solidFill>
        <a:latin typeface="+mn-lt"/>
        <a:ea typeface="+mn-ea"/>
        <a:cs typeface="+mn-cs"/>
      </a:defRPr>
    </a:lvl6pPr>
    <a:lvl7pPr marL="1036930" algn="l" defTabSz="345643" rtl="0" eaLnBrk="1" latinLnBrk="0" hangingPunct="1">
      <a:defRPr sz="680" kern="1200">
        <a:solidFill>
          <a:schemeClr val="tx1"/>
        </a:solidFill>
        <a:latin typeface="+mn-lt"/>
        <a:ea typeface="+mn-ea"/>
        <a:cs typeface="+mn-cs"/>
      </a:defRPr>
    </a:lvl7pPr>
    <a:lvl8pPr marL="1209751" algn="l" defTabSz="345643" rtl="0" eaLnBrk="1" latinLnBrk="0" hangingPunct="1">
      <a:defRPr sz="680" kern="1200">
        <a:solidFill>
          <a:schemeClr val="tx1"/>
        </a:solidFill>
        <a:latin typeface="+mn-lt"/>
        <a:ea typeface="+mn-ea"/>
        <a:cs typeface="+mn-cs"/>
      </a:defRPr>
    </a:lvl8pPr>
    <a:lvl9pPr marL="1382573" algn="l" defTabSz="345643" rtl="0" eaLnBrk="1" latinLnBrk="0" hangingPunct="1">
      <a:defRPr sz="68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B14"/>
    <a:srgbClr val="43B02A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94660"/>
  </p:normalViewPr>
  <p:slideViewPr>
    <p:cSldViewPr snapToGrid="0">
      <p:cViewPr varScale="1">
        <p:scale>
          <a:sx n="194" d="100"/>
          <a:sy n="194" d="100"/>
        </p:scale>
        <p:origin x="28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8C0A5B-F353-2421-8DE7-EC4EC1DD2D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056" y="589241"/>
            <a:ext cx="2700338" cy="1253490"/>
          </a:xfrm>
        </p:spPr>
        <p:txBody>
          <a:bodyPr anchor="b"/>
          <a:lstStyle>
            <a:lvl1pPr algn="ctr">
              <a:defRPr sz="1772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981796-C90B-DD92-1A96-8FBC35E3D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0056" y="1891070"/>
            <a:ext cx="2700338" cy="869275"/>
          </a:xfrm>
        </p:spPr>
        <p:txBody>
          <a:bodyPr/>
          <a:lstStyle>
            <a:lvl1pPr marL="0" indent="0" algn="ctr">
              <a:buNone/>
              <a:defRPr sz="709"/>
            </a:lvl1pPr>
            <a:lvl2pPr marL="135011" indent="0" algn="ctr">
              <a:buNone/>
              <a:defRPr sz="591"/>
            </a:lvl2pPr>
            <a:lvl3pPr marL="270022" indent="0" algn="ctr">
              <a:buNone/>
              <a:defRPr sz="532"/>
            </a:lvl3pPr>
            <a:lvl4pPr marL="405033" indent="0" algn="ctr">
              <a:buNone/>
              <a:defRPr sz="472"/>
            </a:lvl4pPr>
            <a:lvl5pPr marL="540045" indent="0" algn="ctr">
              <a:buNone/>
              <a:defRPr sz="472"/>
            </a:lvl5pPr>
            <a:lvl6pPr marL="675056" indent="0" algn="ctr">
              <a:buNone/>
              <a:defRPr sz="472"/>
            </a:lvl6pPr>
            <a:lvl7pPr marL="810067" indent="0" algn="ctr">
              <a:buNone/>
              <a:defRPr sz="472"/>
            </a:lvl7pPr>
            <a:lvl8pPr marL="945078" indent="0" algn="ctr">
              <a:buNone/>
              <a:defRPr sz="472"/>
            </a:lvl8pPr>
            <a:lvl9pPr marL="1080089" indent="0" algn="ctr">
              <a:buNone/>
              <a:defRPr sz="472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9DA752-CC82-7195-4403-D9CC3C12C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3B32-9917-4668-A9D7-FDCF3C496E4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A20C2A-55F3-D049-6B06-CE36A7EE1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12F2CA-32D3-AB0D-8803-5A99D049E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A2FF0-70BA-40F1-8740-AE9EE4CCEC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9003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1CFBDB-7DED-4B21-4D3D-B4BEFC3CB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EA4FE2-BC7E-FE5A-D5F9-965E4F247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889572-9F56-6142-08A1-6E47D9BC9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3B32-9917-4668-A9D7-FDCF3C496E4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E065CC-5478-6B0A-F6F6-8424213B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969506-64E4-07DB-B0BB-8B8E6F5F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A2FF0-70BA-40F1-8740-AE9EE4CCEC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0789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95F861-D38B-7918-2D87-3F9051593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6" y="897613"/>
            <a:ext cx="3105388" cy="1497687"/>
          </a:xfrm>
        </p:spPr>
        <p:txBody>
          <a:bodyPr anchor="b"/>
          <a:lstStyle>
            <a:lvl1pPr>
              <a:defRPr sz="1772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65560A-D320-875A-CA92-6E36B608B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656" y="2409468"/>
            <a:ext cx="3105388" cy="787598"/>
          </a:xfrm>
        </p:spPr>
        <p:txBody>
          <a:bodyPr/>
          <a:lstStyle>
            <a:lvl1pPr marL="0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1pPr>
            <a:lvl2pPr marL="135011" indent="0">
              <a:buNone/>
              <a:defRPr sz="591">
                <a:solidFill>
                  <a:schemeClr val="tx1">
                    <a:tint val="82000"/>
                  </a:schemeClr>
                </a:solidFill>
              </a:defRPr>
            </a:lvl2pPr>
            <a:lvl3pPr marL="270022" indent="0">
              <a:buNone/>
              <a:defRPr sz="532">
                <a:solidFill>
                  <a:schemeClr val="tx1">
                    <a:tint val="82000"/>
                  </a:schemeClr>
                </a:solidFill>
              </a:defRPr>
            </a:lvl3pPr>
            <a:lvl4pPr marL="405033" indent="0">
              <a:buNone/>
              <a:defRPr sz="472">
                <a:solidFill>
                  <a:schemeClr val="tx1">
                    <a:tint val="82000"/>
                  </a:schemeClr>
                </a:solidFill>
              </a:defRPr>
            </a:lvl4pPr>
            <a:lvl5pPr marL="540045" indent="0">
              <a:buNone/>
              <a:defRPr sz="472">
                <a:solidFill>
                  <a:schemeClr val="tx1">
                    <a:tint val="82000"/>
                  </a:schemeClr>
                </a:solidFill>
              </a:defRPr>
            </a:lvl5pPr>
            <a:lvl6pPr marL="675056" indent="0">
              <a:buNone/>
              <a:defRPr sz="472">
                <a:solidFill>
                  <a:schemeClr val="tx1">
                    <a:tint val="82000"/>
                  </a:schemeClr>
                </a:solidFill>
              </a:defRPr>
            </a:lvl6pPr>
            <a:lvl7pPr marL="810067" indent="0">
              <a:buNone/>
              <a:defRPr sz="472">
                <a:solidFill>
                  <a:schemeClr val="tx1">
                    <a:tint val="82000"/>
                  </a:schemeClr>
                </a:solidFill>
              </a:defRPr>
            </a:lvl7pPr>
            <a:lvl8pPr marL="945078" indent="0">
              <a:buNone/>
              <a:defRPr sz="472">
                <a:solidFill>
                  <a:schemeClr val="tx1">
                    <a:tint val="82000"/>
                  </a:schemeClr>
                </a:solidFill>
              </a:defRPr>
            </a:lvl8pPr>
            <a:lvl9pPr marL="1080089" indent="0">
              <a:buNone/>
              <a:defRPr sz="47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7010DB-BB5C-6181-4846-71DC357E9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3B32-9917-4668-A9D7-FDCF3C496E4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6DF443-6CB1-F4E9-62F5-4653E3F6C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FFF229-C426-E8FF-C0DE-1D8D7A8AF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A2FF0-70BA-40F1-8740-AE9EE4CCEC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912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B68276-91CF-B1E0-F8D1-5EDB80F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8B57EF-3389-CE25-CABF-E05E304801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7531" y="958453"/>
            <a:ext cx="1530191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D3FC41-1D22-29E5-3D73-8A1C886E3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22728" y="958453"/>
            <a:ext cx="1530191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FE79AB-710C-F29E-1C46-740B12876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3B32-9917-4668-A9D7-FDCF3C496E4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404D0F-C0B9-2119-1D1C-7388CF5D3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D1E20B-2521-BE6D-6F2D-DFB085F95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A2FF0-70BA-40F1-8740-AE9EE4CCEC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06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46230-D320-3427-6A3C-D6DEEB5D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6663F7-5BCE-FF2B-0E55-329BFFF20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59" cy="432554"/>
          </a:xfrm>
        </p:spPr>
        <p:txBody>
          <a:bodyPr anchor="b"/>
          <a:lstStyle>
            <a:lvl1pPr marL="0" indent="0">
              <a:buNone/>
              <a:defRPr sz="709" b="1"/>
            </a:lvl1pPr>
            <a:lvl2pPr marL="135011" indent="0">
              <a:buNone/>
              <a:defRPr sz="591" b="1"/>
            </a:lvl2pPr>
            <a:lvl3pPr marL="270022" indent="0">
              <a:buNone/>
              <a:defRPr sz="532" b="1"/>
            </a:lvl3pPr>
            <a:lvl4pPr marL="405033" indent="0">
              <a:buNone/>
              <a:defRPr sz="472" b="1"/>
            </a:lvl4pPr>
            <a:lvl5pPr marL="540045" indent="0">
              <a:buNone/>
              <a:defRPr sz="472" b="1"/>
            </a:lvl5pPr>
            <a:lvl6pPr marL="675056" indent="0">
              <a:buNone/>
              <a:defRPr sz="472" b="1"/>
            </a:lvl6pPr>
            <a:lvl7pPr marL="810067" indent="0">
              <a:buNone/>
              <a:defRPr sz="472" b="1"/>
            </a:lvl7pPr>
            <a:lvl8pPr marL="945078" indent="0">
              <a:buNone/>
              <a:defRPr sz="472" b="1"/>
            </a:lvl8pPr>
            <a:lvl9pPr marL="1080089" indent="0">
              <a:buNone/>
              <a:defRPr sz="47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F05BFD-D8AF-A076-4454-E9B413D76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8000" y="1315164"/>
            <a:ext cx="1523159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9545F8-87C4-A2B7-F291-39EB2A3A4C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709" b="1"/>
            </a:lvl1pPr>
            <a:lvl2pPr marL="135011" indent="0">
              <a:buNone/>
              <a:defRPr sz="591" b="1"/>
            </a:lvl2pPr>
            <a:lvl3pPr marL="270022" indent="0">
              <a:buNone/>
              <a:defRPr sz="532" b="1"/>
            </a:lvl3pPr>
            <a:lvl4pPr marL="405033" indent="0">
              <a:buNone/>
              <a:defRPr sz="472" b="1"/>
            </a:lvl4pPr>
            <a:lvl5pPr marL="540045" indent="0">
              <a:buNone/>
              <a:defRPr sz="472" b="1"/>
            </a:lvl5pPr>
            <a:lvl6pPr marL="675056" indent="0">
              <a:buNone/>
              <a:defRPr sz="472" b="1"/>
            </a:lvl6pPr>
            <a:lvl7pPr marL="810067" indent="0">
              <a:buNone/>
              <a:defRPr sz="472" b="1"/>
            </a:lvl7pPr>
            <a:lvl8pPr marL="945078" indent="0">
              <a:buNone/>
              <a:defRPr sz="472" b="1"/>
            </a:lvl8pPr>
            <a:lvl9pPr marL="1080089" indent="0">
              <a:buNone/>
              <a:defRPr sz="47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238E448-F1A3-7FDC-2C3C-FE4691497D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0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5CFED82-E925-4325-19FC-777DF0632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3B32-9917-4668-A9D7-FDCF3C496E4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903D1A1-EB78-CC63-4149-435A9127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995D46-7732-A8C8-B3FE-AA94FCED8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A2FF0-70BA-40F1-8740-AE9EE4CCEC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290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4BFFB7-1FC8-47BF-F5CB-232712EF6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8444BF-260E-E9D8-6E8A-2763D9CDE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3B32-9917-4668-A9D7-FDCF3C496E4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50B209-1019-DBF8-1C4B-911902C90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F09D2D-0C3E-BCEC-B0CB-273BF1FB5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A2FF0-70BA-40F1-8740-AE9EE4CCEC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167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EEF2A2-3B51-1863-24C8-FE51440E5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3B32-9917-4668-A9D7-FDCF3C496E4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323EBF7-282C-FBB1-30E3-4A417ABC4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A8D065-C5C2-857A-8557-39D90CD77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A2FF0-70BA-40F1-8740-AE9EE4CCEC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8700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7ADFCE-C474-DDE0-9943-13390C29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945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C3BAE9-4FD1-38FD-C79F-624281E99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0660" y="518398"/>
            <a:ext cx="1822728" cy="2558653"/>
          </a:xfrm>
        </p:spPr>
        <p:txBody>
          <a:bodyPr/>
          <a:lstStyle>
            <a:lvl1pPr>
              <a:defRPr sz="945"/>
            </a:lvl1pPr>
            <a:lvl2pPr>
              <a:defRPr sz="827"/>
            </a:lvl2pPr>
            <a:lvl3pPr>
              <a:defRPr sz="709"/>
            </a:lvl3pPr>
            <a:lvl4pPr>
              <a:defRPr sz="591"/>
            </a:lvl4pPr>
            <a:lvl5pPr>
              <a:defRPr sz="591"/>
            </a:lvl5pPr>
            <a:lvl6pPr>
              <a:defRPr sz="591"/>
            </a:lvl6pPr>
            <a:lvl7pPr>
              <a:defRPr sz="591"/>
            </a:lvl7pPr>
            <a:lvl8pPr>
              <a:defRPr sz="591"/>
            </a:lvl8pPr>
            <a:lvl9pPr>
              <a:defRPr sz="59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B8133F-F7F1-CD8D-40E5-90ABAF029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472"/>
            </a:lvl1pPr>
            <a:lvl2pPr marL="135011" indent="0">
              <a:buNone/>
              <a:defRPr sz="413"/>
            </a:lvl2pPr>
            <a:lvl3pPr marL="270022" indent="0">
              <a:buNone/>
              <a:defRPr sz="354"/>
            </a:lvl3pPr>
            <a:lvl4pPr marL="405033" indent="0">
              <a:buNone/>
              <a:defRPr sz="295"/>
            </a:lvl4pPr>
            <a:lvl5pPr marL="540045" indent="0">
              <a:buNone/>
              <a:defRPr sz="295"/>
            </a:lvl5pPr>
            <a:lvl6pPr marL="675056" indent="0">
              <a:buNone/>
              <a:defRPr sz="295"/>
            </a:lvl6pPr>
            <a:lvl7pPr marL="810067" indent="0">
              <a:buNone/>
              <a:defRPr sz="295"/>
            </a:lvl7pPr>
            <a:lvl8pPr marL="945078" indent="0">
              <a:buNone/>
              <a:defRPr sz="295"/>
            </a:lvl8pPr>
            <a:lvl9pPr marL="1080089" indent="0">
              <a:buNone/>
              <a:defRPr sz="29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7E9805-106F-6E84-9F5C-6CD9397E9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3B32-9917-4668-A9D7-FDCF3C496E4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3EF886-D1DD-64B6-6CBB-C3EE4AF7F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E2F533-5909-0313-0F59-3F5BC5C0A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A2FF0-70BA-40F1-8740-AE9EE4CCEC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687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9771C-5DF6-DE82-8CC5-F2FE06E9A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945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009F71-0020-1577-8850-282481D4A4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530660" y="518398"/>
            <a:ext cx="1822728" cy="2558653"/>
          </a:xfrm>
        </p:spPr>
        <p:txBody>
          <a:bodyPr/>
          <a:lstStyle>
            <a:lvl1pPr marL="0" indent="0">
              <a:buNone/>
              <a:defRPr sz="945"/>
            </a:lvl1pPr>
            <a:lvl2pPr marL="135011" indent="0">
              <a:buNone/>
              <a:defRPr sz="827"/>
            </a:lvl2pPr>
            <a:lvl3pPr marL="270022" indent="0">
              <a:buNone/>
              <a:defRPr sz="709"/>
            </a:lvl3pPr>
            <a:lvl4pPr marL="405033" indent="0">
              <a:buNone/>
              <a:defRPr sz="591"/>
            </a:lvl4pPr>
            <a:lvl5pPr marL="540045" indent="0">
              <a:buNone/>
              <a:defRPr sz="591"/>
            </a:lvl5pPr>
            <a:lvl6pPr marL="675056" indent="0">
              <a:buNone/>
              <a:defRPr sz="591"/>
            </a:lvl6pPr>
            <a:lvl7pPr marL="810067" indent="0">
              <a:buNone/>
              <a:defRPr sz="591"/>
            </a:lvl7pPr>
            <a:lvl8pPr marL="945078" indent="0">
              <a:buNone/>
              <a:defRPr sz="591"/>
            </a:lvl8pPr>
            <a:lvl9pPr marL="1080089" indent="0">
              <a:buNone/>
              <a:defRPr sz="591"/>
            </a:lvl9pPr>
          </a:lstStyle>
          <a:p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E99F10-DB86-2F08-15E5-6B9483D49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472"/>
            </a:lvl1pPr>
            <a:lvl2pPr marL="135011" indent="0">
              <a:buNone/>
              <a:defRPr sz="413"/>
            </a:lvl2pPr>
            <a:lvl3pPr marL="270022" indent="0">
              <a:buNone/>
              <a:defRPr sz="354"/>
            </a:lvl3pPr>
            <a:lvl4pPr marL="405033" indent="0">
              <a:buNone/>
              <a:defRPr sz="295"/>
            </a:lvl4pPr>
            <a:lvl5pPr marL="540045" indent="0">
              <a:buNone/>
              <a:defRPr sz="295"/>
            </a:lvl5pPr>
            <a:lvl6pPr marL="675056" indent="0">
              <a:buNone/>
              <a:defRPr sz="295"/>
            </a:lvl6pPr>
            <a:lvl7pPr marL="810067" indent="0">
              <a:buNone/>
              <a:defRPr sz="295"/>
            </a:lvl7pPr>
            <a:lvl8pPr marL="945078" indent="0">
              <a:buNone/>
              <a:defRPr sz="295"/>
            </a:lvl8pPr>
            <a:lvl9pPr marL="1080089" indent="0">
              <a:buNone/>
              <a:defRPr sz="29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8421EB-46D3-972D-82E2-DFF2143D0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3B32-9917-4668-A9D7-FDCF3C496E4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882D10-C931-512C-088B-75E09B0D2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B7F539-4829-E7A9-0A8A-42FE9E40B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A2FF0-70BA-40F1-8740-AE9EE4CCEC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3244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C3B75D-C6E1-F216-F3A7-47D52B581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8992D6-F795-9A9E-28BA-28F8D7FDD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80AAF2-2EB6-789C-B03C-2D7072683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3B32-9917-4668-A9D7-FDCF3C496E4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6DFB3F-9530-5646-7C19-322C33A7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8B178D-AF6D-638A-5AF7-18E42867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A2FF0-70BA-40F1-8740-AE9EE4CCEC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813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2D91680-2BC9-79DA-6D77-4E25D7F6CD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576572" y="191691"/>
            <a:ext cx="776347" cy="30512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D8084D-0F09-1707-19EE-3A81B33D3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47531" y="191691"/>
            <a:ext cx="2284035" cy="30512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6095C1-4033-AD70-3FD6-0E7EDA15C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3B32-9917-4668-A9D7-FDCF3C496E4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69ADD8-ADAC-43EB-10A5-57BC5F39B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FD28D9-AFBA-BD2D-7619-DAC29C144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A2FF0-70BA-40F1-8740-AE9EE4CCEC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3065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90C842E-883E-C58C-8011-12C486ADB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531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6FB9D3-D8CC-B6AB-4EE4-AA10AEA53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7531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595C2A-2CAE-B31E-6100-6B3660E5D9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7531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5B3B32-9917-4668-A9D7-FDCF3C496E4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4D7B2A-B81F-33CC-F158-39BD955D2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92649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FA8A6F-2D73-2D12-F80C-4667BA9C6B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818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EA2FF0-70BA-40F1-8740-AE9EE4CCEC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697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70022" rtl="0" eaLnBrk="1" latinLnBrk="0" hangingPunct="1">
        <a:lnSpc>
          <a:spcPct val="90000"/>
        </a:lnSpc>
        <a:spcBef>
          <a:spcPct val="0"/>
        </a:spcBef>
        <a:buNone/>
        <a:defRPr sz="12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7506" indent="-67506" algn="l" defTabSz="270022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827" kern="1200">
          <a:solidFill>
            <a:schemeClr val="tx1"/>
          </a:solidFill>
          <a:latin typeface="+mn-lt"/>
          <a:ea typeface="+mn-ea"/>
          <a:cs typeface="+mn-cs"/>
        </a:defRPr>
      </a:lvl1pPr>
      <a:lvl2pPr marL="202517" indent="-67506" algn="l" defTabSz="270022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37528" indent="-67506" algn="l" defTabSz="270022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91" kern="1200">
          <a:solidFill>
            <a:schemeClr val="tx1"/>
          </a:solidFill>
          <a:latin typeface="+mn-lt"/>
          <a:ea typeface="+mn-ea"/>
          <a:cs typeface="+mn-cs"/>
        </a:defRPr>
      </a:lvl3pPr>
      <a:lvl4pPr marL="472539" indent="-67506" algn="l" defTabSz="270022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32" kern="1200">
          <a:solidFill>
            <a:schemeClr val="tx1"/>
          </a:solidFill>
          <a:latin typeface="+mn-lt"/>
          <a:ea typeface="+mn-ea"/>
          <a:cs typeface="+mn-cs"/>
        </a:defRPr>
      </a:lvl4pPr>
      <a:lvl5pPr marL="607550" indent="-67506" algn="l" defTabSz="270022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32" kern="1200">
          <a:solidFill>
            <a:schemeClr val="tx1"/>
          </a:solidFill>
          <a:latin typeface="+mn-lt"/>
          <a:ea typeface="+mn-ea"/>
          <a:cs typeface="+mn-cs"/>
        </a:defRPr>
      </a:lvl5pPr>
      <a:lvl6pPr marL="742561" indent="-67506" algn="l" defTabSz="270022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32" kern="1200">
          <a:solidFill>
            <a:schemeClr val="tx1"/>
          </a:solidFill>
          <a:latin typeface="+mn-lt"/>
          <a:ea typeface="+mn-ea"/>
          <a:cs typeface="+mn-cs"/>
        </a:defRPr>
      </a:lvl6pPr>
      <a:lvl7pPr marL="877573" indent="-67506" algn="l" defTabSz="270022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32" kern="1200">
          <a:solidFill>
            <a:schemeClr val="tx1"/>
          </a:solidFill>
          <a:latin typeface="+mn-lt"/>
          <a:ea typeface="+mn-ea"/>
          <a:cs typeface="+mn-cs"/>
        </a:defRPr>
      </a:lvl7pPr>
      <a:lvl8pPr marL="1012584" indent="-67506" algn="l" defTabSz="270022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32" kern="1200">
          <a:solidFill>
            <a:schemeClr val="tx1"/>
          </a:solidFill>
          <a:latin typeface="+mn-lt"/>
          <a:ea typeface="+mn-ea"/>
          <a:cs typeface="+mn-cs"/>
        </a:defRPr>
      </a:lvl8pPr>
      <a:lvl9pPr marL="1147595" indent="-67506" algn="l" defTabSz="270022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7002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1pPr>
      <a:lvl2pPr marL="135011" algn="l" defTabSz="27002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2pPr>
      <a:lvl3pPr marL="270022" algn="l" defTabSz="27002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3pPr>
      <a:lvl4pPr marL="405033" algn="l" defTabSz="27002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4pPr>
      <a:lvl5pPr marL="540045" algn="l" defTabSz="27002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5pPr>
      <a:lvl6pPr marL="675056" algn="l" defTabSz="27002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6pPr>
      <a:lvl7pPr marL="810067" algn="l" defTabSz="27002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7pPr>
      <a:lvl8pPr marL="945078" algn="l" defTabSz="27002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8pPr>
      <a:lvl9pPr marL="1080089" algn="l" defTabSz="27002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B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35A44A7-CB4E-5ABF-5256-C28BFACFADFB}"/>
              </a:ext>
            </a:extLst>
          </p:cNvPr>
          <p:cNvSpPr txBox="1"/>
          <p:nvPr/>
        </p:nvSpPr>
        <p:spPr>
          <a:xfrm>
            <a:off x="0" y="773901"/>
            <a:ext cx="3600450" cy="224676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6600" b="1" dirty="0">
                <a:solidFill>
                  <a:srgbClr val="F6EB14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Nitrox</a:t>
            </a:r>
          </a:p>
          <a:p>
            <a:pPr algn="ctr"/>
            <a:endParaRPr lang="en-GB" sz="800" b="1" dirty="0">
              <a:solidFill>
                <a:srgbClr val="F6EB14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algn="ctr"/>
            <a:r>
              <a:rPr lang="en-GB" sz="6600" b="1" dirty="0">
                <a:solidFill>
                  <a:srgbClr val="F6EB14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Analyser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A0F84FC-99C4-6B90-A554-E184C3548163}"/>
              </a:ext>
            </a:extLst>
          </p:cNvPr>
          <p:cNvSpPr txBox="1"/>
          <p:nvPr/>
        </p:nvSpPr>
        <p:spPr>
          <a:xfrm>
            <a:off x="0" y="0"/>
            <a:ext cx="3600450" cy="400110"/>
          </a:xfrm>
          <a:prstGeom prst="rect">
            <a:avLst/>
          </a:prstGeom>
          <a:solidFill>
            <a:srgbClr val="F6EB14"/>
          </a:solidFill>
        </p:spPr>
        <p:txBody>
          <a:bodyPr wrap="square" rtlCol="0">
            <a:spAutoFit/>
          </a:bodyPr>
          <a:lstStyle/>
          <a:p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98635F-7690-CAA4-3ADF-2E4D9DA68EA6}"/>
              </a:ext>
            </a:extLst>
          </p:cNvPr>
          <p:cNvSpPr txBox="1"/>
          <p:nvPr/>
        </p:nvSpPr>
        <p:spPr>
          <a:xfrm>
            <a:off x="0" y="3200340"/>
            <a:ext cx="3600450" cy="400110"/>
          </a:xfrm>
          <a:prstGeom prst="rect">
            <a:avLst/>
          </a:prstGeom>
          <a:solidFill>
            <a:srgbClr val="F6EB14"/>
          </a:solidFill>
        </p:spPr>
        <p:txBody>
          <a:bodyPr wrap="square" rtlCol="0">
            <a:spAutoFit/>
          </a:bodyPr>
          <a:lstStyle/>
          <a:p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946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B0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63B547-779C-AAD3-0617-BBC9D660E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0F60838-6271-19E7-BDAB-58A7D9BFBC62}"/>
              </a:ext>
            </a:extLst>
          </p:cNvPr>
          <p:cNvSpPr txBox="1"/>
          <p:nvPr/>
        </p:nvSpPr>
        <p:spPr>
          <a:xfrm>
            <a:off x="0" y="773901"/>
            <a:ext cx="3600450" cy="224676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6600" b="1" dirty="0">
                <a:solidFill>
                  <a:srgbClr val="F6EB14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Trimix</a:t>
            </a:r>
          </a:p>
          <a:p>
            <a:pPr algn="ctr"/>
            <a:endParaRPr lang="en-GB" sz="800" b="1" dirty="0">
              <a:solidFill>
                <a:srgbClr val="F6EB14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algn="ctr"/>
            <a:r>
              <a:rPr lang="en-GB" sz="6600" b="1" dirty="0">
                <a:solidFill>
                  <a:srgbClr val="F6EB14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Analyser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1A1FD7-1CBF-0B2C-0737-67D4E46C211B}"/>
              </a:ext>
            </a:extLst>
          </p:cNvPr>
          <p:cNvSpPr txBox="1"/>
          <p:nvPr/>
        </p:nvSpPr>
        <p:spPr>
          <a:xfrm>
            <a:off x="0" y="0"/>
            <a:ext cx="3600450" cy="400110"/>
          </a:xfrm>
          <a:prstGeom prst="rect">
            <a:avLst/>
          </a:prstGeom>
          <a:solidFill>
            <a:srgbClr val="F6EB14"/>
          </a:solidFill>
        </p:spPr>
        <p:txBody>
          <a:bodyPr wrap="square" rtlCol="0">
            <a:spAutoFit/>
          </a:bodyPr>
          <a:lstStyle/>
          <a:p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AD2984-F3E9-C385-8010-41C36FD7C531}"/>
              </a:ext>
            </a:extLst>
          </p:cNvPr>
          <p:cNvSpPr txBox="1"/>
          <p:nvPr/>
        </p:nvSpPr>
        <p:spPr>
          <a:xfrm>
            <a:off x="0" y="3200340"/>
            <a:ext cx="3600450" cy="400110"/>
          </a:xfrm>
          <a:prstGeom prst="rect">
            <a:avLst/>
          </a:prstGeom>
          <a:solidFill>
            <a:srgbClr val="F6EB14"/>
          </a:solidFill>
        </p:spPr>
        <p:txBody>
          <a:bodyPr wrap="square" rtlCol="0">
            <a:spAutoFit/>
          </a:bodyPr>
          <a:lstStyle/>
          <a:p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313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</Words>
  <Application>Microsoft Office PowerPoint</Application>
  <PresentationFormat>自定义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Arial</vt:lpstr>
      <vt:lpstr>Calibri</vt:lpstr>
      <vt:lpstr>Sans Serif Collection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Tong Liu</dc:creator>
  <cp:lastModifiedBy>Tong Liu</cp:lastModifiedBy>
  <cp:revision>3</cp:revision>
  <dcterms:created xsi:type="dcterms:W3CDTF">2025-06-16T21:04:28Z</dcterms:created>
  <dcterms:modified xsi:type="dcterms:W3CDTF">2026-03-19T15:05:31Z</dcterms:modified>
</cp:coreProperties>
</file>